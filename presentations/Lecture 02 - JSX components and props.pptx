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11D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11D3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4864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JSX, Components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Props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Programming Languages - React Native with Expo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16213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0448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TravelSnap - TripCard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FROM LECTURE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already know?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356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= JS/TS -&gt; native mobile components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56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965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+ Expo Go = quick start and phone testing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1576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606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structure: app/, components/, constants/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5584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246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blocks: View, Text, Image, Pressable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9592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886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StyleSheet.create() and hot reload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doing today?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3560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JSX/TSX syntax - where HTML meets JavaScript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939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98424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 - your own LEGO bricks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64261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642616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- passing data to components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30098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1071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300984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props in TypeScript (interface)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95935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6908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959352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- building TripCard for TravelSnap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component?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005840"/>
          </a:xfrm>
          <a:prstGeom prst="rect">
            <a:avLst/>
          </a:prstGeom>
          <a:solidFill>
            <a:srgbClr val="61DA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276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= a LEGO brick. It has its shape (JSX), color (styles)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can be reused in different places.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606040"/>
            <a:ext cx="2606040" cy="54864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1" name="Shape 8"/>
          <p:cNvSpPr/>
          <p:nvPr/>
        </p:nvSpPr>
        <p:spPr>
          <a:xfrm>
            <a:off x="1325880" y="2834640"/>
            <a:ext cx="731520" cy="731520"/>
          </a:xfrm>
          <a:prstGeom prst="ellipse">
            <a:avLst/>
          </a:prstGeom>
          <a:solidFill>
            <a:srgbClr val="F0F4F8"/>
          </a:solidFill>
          <a:ln/>
        </p:spPr>
      </p:sp>
      <p:sp>
        <p:nvSpPr>
          <p:cNvPr id="12" name="Text 9"/>
          <p:cNvSpPr/>
          <p:nvPr/>
        </p:nvSpPr>
        <p:spPr>
          <a:xfrm>
            <a:off x="132588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40080" y="3657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piece of UI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JSX fragment)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83280" y="26060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260604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1960" y="2834640"/>
            <a:ext cx="731520" cy="731520"/>
          </a:xfrm>
          <a:prstGeom prst="ellipse">
            <a:avLst/>
          </a:prstGeom>
          <a:solidFill>
            <a:srgbClr val="F0F4F8"/>
          </a:solidFill>
          <a:ln/>
        </p:spPr>
      </p:sp>
      <p:sp>
        <p:nvSpPr>
          <p:cNvPr id="18" name="Text 15"/>
          <p:cNvSpPr/>
          <p:nvPr/>
        </p:nvSpPr>
        <p:spPr>
          <a:xfrm>
            <a:off x="425196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3566160" y="3657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56616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everywhere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09360" y="26060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09360" y="2606040"/>
            <a:ext cx="2606040" cy="54864"/>
          </a:xfrm>
          <a:prstGeom prst="rect">
            <a:avLst/>
          </a:prstGeom>
          <a:solidFill>
            <a:srgbClr val="FFB86C"/>
          </a:solidFill>
          <a:ln/>
        </p:spPr>
      </p:sp>
      <p:sp>
        <p:nvSpPr>
          <p:cNvPr id="23" name="Shape 20"/>
          <p:cNvSpPr/>
          <p:nvPr/>
        </p:nvSpPr>
        <p:spPr>
          <a:xfrm>
            <a:off x="7178040" y="2834640"/>
            <a:ext cx="731520" cy="731520"/>
          </a:xfrm>
          <a:prstGeom prst="ellipse">
            <a:avLst/>
          </a:prstGeom>
          <a:solidFill>
            <a:srgbClr val="F0F4F8"/>
          </a:solidFill>
          <a:ln/>
        </p:spPr>
      </p:sp>
      <p:sp>
        <p:nvSpPr>
          <p:cNvPr id="24" name="Text 21"/>
          <p:cNvSpPr/>
          <p:nvPr/>
        </p:nvSpPr>
        <p:spPr>
          <a:xfrm>
            <a:off x="717804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492240" y="3657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9224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within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 - anatomy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3108960"/>
          </a:xfrm>
          <a:prstGeom prst="roundRect">
            <a:avLst>
              <a:gd name="adj" fmla="val 2941"/>
            </a:avLst>
          </a:prstGeom>
          <a:solidFill>
            <a:srgbClr val="1E1F2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View, Text } from 'react-native';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5623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Component = function returning JSX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7568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Greeting()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2951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7340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&lt;Text&gt;Czesc, swiecie!&lt;/Text&gt;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1729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39242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83133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Greeting;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371600"/>
            <a:ext cx="3017520" cy="4572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0720" y="1371600"/>
            <a:ext cx="45720" cy="4572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 blocks from 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2011680"/>
            <a:ext cx="3017520" cy="4572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22" name="Shape 20"/>
          <p:cNvSpPr/>
          <p:nvPr/>
        </p:nvSpPr>
        <p:spPr>
          <a:xfrm>
            <a:off x="5760720" y="2011680"/>
            <a:ext cx="45720" cy="457200"/>
          </a:xfrm>
          <a:prstGeom prst="rect">
            <a:avLst/>
          </a:prstGeom>
          <a:solidFill>
            <a:srgbClr val="50FA7B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Function = component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2423160"/>
            <a:ext cx="3017520" cy="4572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0" y="2423160"/>
            <a:ext cx="45720" cy="457200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return ( JSX 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3520440"/>
            <a:ext cx="3017520" cy="4572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3520440"/>
            <a:ext cx="45720" cy="457200"/>
          </a:xfrm>
          <a:prstGeom prst="rect">
            <a:avLst/>
          </a:prstGeom>
          <a:solidFill>
            <a:srgbClr val="FFB86C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520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Export = share 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JSX/TSX - JavaScript meets HTML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is syntactic sugar - &lt;View&gt; is really React.createElement(View)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011680"/>
          </a:xfrm>
          <a:prstGeom prst="rect">
            <a:avLst/>
          </a:prstGeom>
          <a:solidFill>
            <a:srgbClr val="1E1F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(we write this)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&lt;View&gt;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&lt;Text&gt;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Hello!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&lt;/Text&gt;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931920" cy="2011680"/>
          </a:xfrm>
          <a:prstGeom prst="rect">
            <a:avLst/>
          </a:prstGeom>
          <a:solidFill>
            <a:srgbClr val="1E1F2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(compiles to)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React.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(View, null,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React.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Text, null,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'Hello!'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377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977640"/>
            <a:ext cx="2011680" cy="36576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69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root element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33472" y="39776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33472" y="3977640"/>
            <a:ext cx="2011680" cy="36576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/>
          <p:nvPr/>
        </p:nvSpPr>
        <p:spPr>
          <a:xfrm>
            <a:off x="2724912" y="4069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expressions in { curly braces 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9744" y="39776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3977640"/>
            <a:ext cx="2011680" cy="36576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20" name="Text 18"/>
          <p:cNvSpPr/>
          <p:nvPr/>
        </p:nvSpPr>
        <p:spPr>
          <a:xfrm>
            <a:off x="4901184" y="4069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in camelCase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86016" y="39776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86016" y="3977640"/>
            <a:ext cx="2011680" cy="36576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23" name="Text 21"/>
          <p:cNvSpPr/>
          <p:nvPr/>
        </p:nvSpPr>
        <p:spPr>
          <a:xfrm>
            <a:off x="7077456" y="4069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 in &lt;Text&gt;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expressions in { curly braces 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1E1F2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 = 'Jan';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609344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tripCount = 5;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93392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HomeScreen()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185416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569464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Zmienna */}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761488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&lt;Text&gt;Witaj, {name}!&lt;/Text&gt;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145536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Wyrazenie */}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&lt;Text&gt;Masz {tripCount * 2} zdjec&lt;/Text&gt;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21608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Warunek (ternary) */}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913632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&lt;Text&gt;{tripCount &gt; 0 ? 'Masz podroze!' : 'Brak'}&lt;/Text&gt;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05656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489704"/>
            <a:ext cx="7680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- data flowing into a component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914400"/>
          </a:xfrm>
          <a:prstGeom prst="rect">
            <a:avLst/>
          </a:prstGeom>
          <a:solidFill>
            <a:srgbClr val="FFB86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6002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like function arguments - you pass data inside.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function(arg1, arg2) -&gt; &lt;Component prop1={a} prop2={b} /&gt;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560320"/>
            <a:ext cx="2286000" cy="45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data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0" y="25603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0" y="2560320"/>
            <a:ext cx="2286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576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...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25603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2560320"/>
            <a:ext cx="2286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data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4320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94360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008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read-only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CANNOT change its props - it can only read and display them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97680" cy="2926080"/>
          </a:xfrm>
          <a:prstGeom prst="roundRect">
            <a:avLst>
              <a:gd name="adj" fmla="val 3125"/>
            </a:avLst>
          </a:prstGeom>
          <a:solidFill>
            <a:srgbClr val="1E1F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0F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component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Greeting(props)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939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951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963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Czesc, {props.name}!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&lt;/Text&gt;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898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998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Wiek: {props.age}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3009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&lt;/Text&gt;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502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9044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1E1F29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3" name="Shape 21"/>
          <p:cNvSpPr/>
          <p:nvPr/>
        </p:nvSpPr>
        <p:spPr>
          <a:xfrm>
            <a:off x="521208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24" name="Shape 22"/>
          <p:cNvSpPr/>
          <p:nvPr/>
        </p:nvSpPr>
        <p:spPr>
          <a:xfrm>
            <a:off x="539496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component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1691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 pass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1892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 JSX attributes: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0939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2951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&lt;Greeting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4963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name="Jan"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6974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age={25}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898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0998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3009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&lt;Greeting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502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name="Anna"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703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age={22}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904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4297680"/>
            <a:ext cx="45720" cy="640080"/>
          </a:xfrm>
          <a:prstGeom prst="rect">
            <a:avLst/>
          </a:prstGeom>
          <a:solidFill>
            <a:srgbClr val="F1FA8C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in "", numbers/variables/objects in {braces}. Same component, different data = different result.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props - cleaner syntax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1E1F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(props.xxx)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Greeting(props)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83664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Czesc, {props.name}!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59736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&lt;/Text&gt;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843784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1E1F29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0F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(destructuring) - better!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1691640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Greeting({ name }) {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1883664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075688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267712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Czesc, {name}!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459736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&lt;/Text&gt;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651760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843784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37560"/>
            <a:ext cx="8595360" cy="146304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= you unpack the object right in the function parameter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name, age, rating }</a:t>
            </a:r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zamiast  </a:t>
            </a:r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props.name, props.age, props.rating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in React - almost everyone uses destructuring.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props -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3657600"/>
          </a:xfrm>
          <a:prstGeom prst="roundRect">
            <a:avLst>
              <a:gd name="adj" fmla="val 2500"/>
            </a:avLst>
          </a:prstGeom>
          <a:solidFill>
            <a:srgbClr val="1E1F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We define the SHAPE of props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609344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TripCardProps {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     string;    // wymagany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destination: string;    // wymagany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185416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date:        string;    // wymagany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     number;    // wymagany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569464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imageUrl?:   string;    // opcjonalny (?)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761488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953512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145536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We use it as the parameter type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TripCard({ title, destination, date, rating }: TripCardProps) 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529584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721608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&lt;View&gt;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913632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&lt;Text&gt;{title}&lt;/Text&gt;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105656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&lt;Text&gt;{destination} | {date}&lt;/Text&gt;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&lt;Text&gt;Ocena: {rating}/5&lt;/Text&gt;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489704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681728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873752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vs type - when to use which?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4572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TripCardProps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number;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component props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objects - OUR CHOICE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3931920" cy="45720"/>
          </a:xfrm>
          <a:prstGeom prst="rect">
            <a:avLst/>
          </a:prstGeom>
          <a:solidFill>
            <a:srgbClr val="FFB86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TripCardProps =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number;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971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unions, aliases,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types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840480"/>
            <a:ext cx="54864" cy="914400"/>
          </a:xfrm>
          <a:prstGeom prst="rect">
            <a:avLst/>
          </a:prstGeom>
          <a:solidFill>
            <a:srgbClr val="50FA7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1480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3886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praktyce: dla propsow uzywamy interface (konwencja React).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dzialaja - don't stress if someone uses type.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548640"/>
            <a:ext cx="2743200" cy="2743200"/>
          </a:xfrm>
          <a:prstGeom prst="ellipse">
            <a:avLst/>
          </a:prstGeom>
          <a:solidFill>
            <a:srgbClr val="111D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14300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TripCard component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+ props + destructuring + StyleSheet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TripCard - full component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8778240" cy="4114800"/>
          </a:xfrm>
          <a:prstGeom prst="roundRect">
            <a:avLst>
              <a:gd name="adj" fmla="val 2222"/>
            </a:avLst>
          </a:prstGeom>
          <a:solidFill>
            <a:srgbClr val="1E1F2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View, Text, StyleSheet } from 'react-native';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307592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TripCardProps {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458468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destination: string;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60220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date: string;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11096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number;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061972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363724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TripCard({ title, destination, date, rating }: TripCardProps) {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514600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665476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style={styles.card}&gt;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816352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 style={styles.title}&gt;{title}&lt;/Text&gt;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967228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 style={styles.meta}&gt;{destination} | {date}&lt;/Text&gt;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18104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 style={styles.rating}&gt;{"★".repeat(rating)}{"☆".repeat(5 - rating)}&lt;/Text&gt;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268980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9856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570732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72484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23360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card:   { backgroundColor: '#fff', padding: 16, borderRadius: 12,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4174236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marginBottom: 12, shadowColor: '#000', shadowOpacity: 0.1,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325112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shadowRadius: 8, elevation: 3 },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475988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{ fontSize: 18, fontWeight: 'bold', color: '#1a1a2e' },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626864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  { fontSize: 14, color: '#888', marginTop: 4 },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777740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{ fontSize: 16, color: '#e94560', marginTop: 8 },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928616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TripCard on the home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E1F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ScrollView, StyleSheet } from 'react-native';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8191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TripCard from '@/components/TripCard';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11096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HomeScreen()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7568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&lt;ScrollView style={styles.container}&gt;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0487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&lt;TripCard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569464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title="Holiday in Greece"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734056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destination="Santorini"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date="2024-07-15"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rating={5}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22783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392424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&lt;TripCard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557016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title="Weekend in Krakow"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72160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destination="Krakow"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date="2024-09-20"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rating={4}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215384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379976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&lt;/ScrollView&gt;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4456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70916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- components within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HomeScreen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7680960" cy="2560320"/>
          </a:xfrm>
          <a:prstGeom prst="roundRect">
            <a:avLst>
              <a:gd name="adj" fmla="val 2857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&lt;ScrollView&gt;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331720"/>
            <a:ext cx="24688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title="Grecja"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51560" y="3108960"/>
            <a:ext cx="2194560" cy="20116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108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 tytul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51560" y="3383280"/>
            <a:ext cx="2194560" cy="20116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 meta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1560" y="3657600"/>
            <a:ext cx="2194560" cy="20116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657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 gwiazdki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11880" y="2331720"/>
            <a:ext cx="24688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TripCard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2788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title="Krakow"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3108960"/>
            <a:ext cx="2194560" cy="20116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3108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 tytul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49040" y="3383280"/>
            <a:ext cx="2194560" cy="20116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 meta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49040" y="3657600"/>
            <a:ext cx="2194560" cy="20116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657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 gwiazdki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09360" y="233172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2331720"/>
            <a:ext cx="24688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TripCard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2788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title="Bali"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46520" y="3108960"/>
            <a:ext cx="2194560" cy="20116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3108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 tytul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46520" y="3383280"/>
            <a:ext cx="2194560" cy="20116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 meta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46520" y="3657600"/>
            <a:ext cx="2194560" cy="20116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3657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 gwiazdki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prop: children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E1F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View, Text, StyleSheet } from 'react-native';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7734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ReactNode } from 'react';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9738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CardProps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1742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ReactNode;  // &lt;-- specjalny prop!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 title, children }: CardProps) {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85750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style={styles.card}&gt;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17754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 style={styles.title}&gt;{title}&lt;/Text&gt;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{children}  {/* &lt;- tu wstawia sie zawartosc */}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49758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81762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13766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 content BETWEEN tags is children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 title="Moja karta"&gt;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45770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&lt;Text&gt;To jest children!&lt;/Text&gt;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&lt;Image source={...} /&gt;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77774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&lt;/Card&gt;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COMPONENTS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ScrollView - scrollable list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280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content that doesn't fit on the screen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have a few elements (up to ~20)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468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EVERYTHING at once (no virtualization)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7"/>
          <p:cNvSpPr/>
          <p:nvPr/>
        </p:nvSpPr>
        <p:spPr>
          <a:xfrm>
            <a:off x="73152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session 6 we'll learn FlatList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31520" y="35661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renders only visible elements (virtualization) - much more efficient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 lists. For now ScrollView is fine for 3-5 cards.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E1F29"/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42976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&lt;ScrollView contentContainerStyle={{ padding: 16 }}&gt;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548640"/>
            <a:ext cx="2743200" cy="2743200"/>
          </a:xfrm>
          <a:prstGeom prst="ellipse">
            <a:avLst/>
          </a:prstGeom>
          <a:solidFill>
            <a:srgbClr val="111D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09728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list in ScrollView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&lt;TripCard&gt;s on the home screen with different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73152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component = one file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TripCard.tsx, RatingStars.tsx - each in its own file in components/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 naming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TripCard, HomeScreen, RatingStars - not tripCard, not trip_card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54864" cy="731520"/>
          </a:xfrm>
          <a:prstGeom prst="rect">
            <a:avLst/>
          </a:prstGeom>
          <a:solidFill>
            <a:srgbClr val="FFB86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props with an interface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TripCardProps { ... } - TypeScript catches errors for you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components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component does too much - split it into smaller parts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1F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RatingStars component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2926080"/>
          </a:xfrm>
          <a:prstGeom prst="roundRect">
            <a:avLst>
              <a:gd name="adj" fmla="val 3125"/>
            </a:avLst>
          </a:prstGeom>
          <a:solidFill>
            <a:srgbClr val="1E1F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137160" cy="137160"/>
          </a:xfrm>
          <a:prstGeom prst="ellipse">
            <a:avLst/>
          </a:prstGeom>
          <a:solidFill>
            <a:srgbClr val="F1FA8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25880"/>
            <a:ext cx="137160" cy="137160"/>
          </a:xfrm>
          <a:prstGeom prst="ellipse">
            <a:avLst/>
          </a:prstGeom>
          <a:solidFill>
            <a:srgbClr val="50FA7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RatingStarsProps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number;  // 1-5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maxStars?: number;  // domyslnie 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RatingStars({ rating, maxStars = 5 }: RatingStarsProps) {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stars = [];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1; i &lt;= maxStars; i++) 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stars.push(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 key={i} style={styles.star}&gt;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{i &lt;= rating ? '\u2605' : '\u2606'}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&lt;/Text&gt;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&lt;View style={styles.row}&gt;{stars}&lt;/View&gt;;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97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 TripCard: 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4297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&lt;RatingStars rating={4} /&gt;  -&gt;  ★★★★☆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know after Lecture 2?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34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= function returning JSX (LEGO brick)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01368"/>
            <a:ext cx="8229600" cy="457200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9280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80136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= data passed to a component (like arguments)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368296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597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36829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= description of prop shape in TypeScript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2935224"/>
            <a:ext cx="8229600" cy="457200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2666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9352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= clean syntax { title, date } instead of props.xxx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502152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9359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50215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= components within components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16052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4069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ScrollView = scrollable container (sufficient for now)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111D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5156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props, TypeScript - anything!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00" cy="5486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components/TripCard.tsx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with props: title, destination,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date (string), rating (number)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Type props with a TS interface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interface TripCardProps { ...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Display 3-5 cards on the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home screen in ScrollView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Style the cards (padding, shadow,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borderRadius, colors)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234440"/>
            <a:ext cx="3108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1234440"/>
            <a:ext cx="310896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37160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2648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18288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component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RatingStars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rating prop (1-5)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stars: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rating=4 -&gt; \u2605\u2605\u2605\u2605\u2606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inside TripCard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plain &lt;Text&gt;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TravelSnap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Lecture 1: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welcome screen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title and subtitle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18288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4114800" cy="45720"/>
          </a:xfrm>
          <a:prstGeom prst="rect">
            <a:avLst/>
          </a:prstGeom>
          <a:solidFill>
            <a:srgbClr val="50FA7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F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Lecture 2: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trip cards with titles,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destinations, dates and ratings!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TripCard component ready.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474720"/>
            <a:ext cx="45720" cy="128016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3: State, hooks and interactivity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- dynamic component state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TextInput - form for adding trips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will be DYNAMIC - adding and removing!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2 - JSX, Components and Props</dc:title>
  <dc:subject>PptxGenJS Presentation</dc:subject>
  <dc:creator>React Native Lecturer</dc:creator>
  <cp:lastModifiedBy>React Native Lecturer</cp:lastModifiedBy>
  <cp:revision>1</cp:revision>
  <dcterms:created xsi:type="dcterms:W3CDTF">2026-03-03T18:54:47Z</dcterms:created>
  <dcterms:modified xsi:type="dcterms:W3CDTF">2026-03-03T18:54:47Z</dcterms:modified>
</cp:coreProperties>
</file>